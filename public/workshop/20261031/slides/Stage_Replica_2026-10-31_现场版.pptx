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b9dbe36ca4801" /><Relationship Type="http://schemas.openxmlformats.org/officeDocument/2006/relationships/extended-properties" Target="/docProps/app.xml" Id="R2700ec400f684def" /><Relationship Type="http://schemas.openxmlformats.org/officeDocument/2006/relationships/officeDocument" Target="/ppt/presentation.xml" Id="Rfe38462b44cc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64ec72906e4851"/>
  </p:sldMasterIdLst>
  <p:notesMasterIdLst>
    <p:notesMasterId xmlns:r="http://schemas.openxmlformats.org/officeDocument/2006/relationships" r:id="R648f141b43ea480c"/>
  </p:notesMasterIdLst>
  <p:sldIdLst>
    <p:sldId xmlns:r="http://schemas.openxmlformats.org/officeDocument/2006/relationships" id="256" r:id="Raa64b27dfca444a6"/>
    <p:sldId xmlns:r="http://schemas.openxmlformats.org/officeDocument/2006/relationships" id="257" r:id="R277b1403fe604888"/>
    <p:sldId xmlns:r="http://schemas.openxmlformats.org/officeDocument/2006/relationships" id="258" r:id="Rbb130c0840254f90"/>
    <p:sldId xmlns:r="http://schemas.openxmlformats.org/officeDocument/2006/relationships" id="259" r:id="Rc5c0a4e40adb4893"/>
    <p:sldId xmlns:r="http://schemas.openxmlformats.org/officeDocument/2006/relationships" id="260" r:id="R17bc1bdc30f04252"/>
    <p:sldId xmlns:r="http://schemas.openxmlformats.org/officeDocument/2006/relationships" id="261" r:id="R327a54e9916e46c5"/>
    <p:sldId xmlns:r="http://schemas.openxmlformats.org/officeDocument/2006/relationships" id="262" r:id="Rfa9eb61ff54c4b43"/>
    <p:sldId xmlns:r="http://schemas.openxmlformats.org/officeDocument/2006/relationships" id="263" r:id="R21adde66d8cc4a06"/>
    <p:sldId xmlns:r="http://schemas.openxmlformats.org/officeDocument/2006/relationships" id="264" r:id="R956c269c2cc84572"/>
    <p:sldId xmlns:r="http://schemas.openxmlformats.org/officeDocument/2006/relationships" id="265" r:id="R106be648e11f407b"/>
    <p:sldId xmlns:r="http://schemas.openxmlformats.org/officeDocument/2006/relationships" id="266" r:id="R333fbc96623d4deb"/>
    <p:sldId xmlns:r="http://schemas.openxmlformats.org/officeDocument/2006/relationships" id="267" r:id="R8bda7d3b8b844106"/>
    <p:sldId xmlns:r="http://schemas.openxmlformats.org/officeDocument/2006/relationships" id="268" r:id="R7291d0ea9276485a"/>
    <p:sldId xmlns:r="http://schemas.openxmlformats.org/officeDocument/2006/relationships" id="269" r:id="R0fcc4a6dd68448ca"/>
    <p:sldId xmlns:r="http://schemas.openxmlformats.org/officeDocument/2006/relationships" id="270" r:id="R521b81b6098440de"/>
    <p:sldId xmlns:r="http://schemas.openxmlformats.org/officeDocument/2006/relationships" id="271" r:id="R104199f183164425"/>
    <p:sldId xmlns:r="http://schemas.openxmlformats.org/officeDocument/2006/relationships" id="272" r:id="R878acad422444ffa"/>
    <p:sldId xmlns:r="http://schemas.openxmlformats.org/officeDocument/2006/relationships" id="273" r:id="Rfdeaa827edbd408f"/>
    <p:sldId xmlns:r="http://schemas.openxmlformats.org/officeDocument/2006/relationships" id="274" r:id="Rfa97a01205c54e1e"/>
    <p:sldId xmlns:r="http://schemas.openxmlformats.org/officeDocument/2006/relationships" id="275" r:id="R28a0a97c60d84efe"/>
    <p:sldId xmlns:r="http://schemas.openxmlformats.org/officeDocument/2006/relationships" id="276" r:id="R9fbe1e673dbf4053"/>
    <p:sldId xmlns:r="http://schemas.openxmlformats.org/officeDocument/2006/relationships" id="277" r:id="R7aa9e7b2cc0e48ed"/>
    <p:sldId xmlns:r="http://schemas.openxmlformats.org/officeDocument/2006/relationships" id="278" r:id="Ree15554fcfab45d4"/>
    <p:sldId xmlns:r="http://schemas.openxmlformats.org/officeDocument/2006/relationships" id="279" r:id="Rfcc8714937514bd0"/>
    <p:sldId xmlns:r="http://schemas.openxmlformats.org/officeDocument/2006/relationships" id="280" r:id="R8588239276f64fa8"/>
    <p:sldId xmlns:r="http://schemas.openxmlformats.org/officeDocument/2006/relationships" id="281" r:id="R56287c591aac41b4"/>
    <p:sldId xmlns:r="http://schemas.openxmlformats.org/officeDocument/2006/relationships" id="282" r:id="Rf4f6e0de3fbd4aea"/>
    <p:sldId xmlns:r="http://schemas.openxmlformats.org/officeDocument/2006/relationships" id="283" r:id="R442499e084964595"/>
    <p:sldId xmlns:r="http://schemas.openxmlformats.org/officeDocument/2006/relationships" id="284" r:id="Rf367997a5bbd4d10"/>
    <p:sldId xmlns:r="http://schemas.openxmlformats.org/officeDocument/2006/relationships" id="285" r:id="Rcfcc363d4bd9453f"/>
    <p:sldId xmlns:r="http://schemas.openxmlformats.org/officeDocument/2006/relationships" id="286" r:id="R0cc1c81fb3cb4075"/>
    <p:sldId xmlns:r="http://schemas.openxmlformats.org/officeDocument/2006/relationships" id="287" r:id="Re30baa19a3a24507"/>
    <p:sldId xmlns:r="http://schemas.openxmlformats.org/officeDocument/2006/relationships" id="288" r:id="Rd363fc9c66f04e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699a2b53f4c1d" /><Relationship Type="http://schemas.openxmlformats.org/officeDocument/2006/relationships/slideMaster" Target="/ppt/slideMasters/slideMaster1.xml" Id="Rf964ec72906e4851" /><Relationship Type="http://schemas.openxmlformats.org/officeDocument/2006/relationships/notesMaster" Target="/ppt/notesMasters/notesMaster1.xml" Id="R648f141b43ea480c" /><Relationship Type="http://schemas.openxmlformats.org/officeDocument/2006/relationships/presProps" Target="/ppt/presProps.xml" Id="R36af16362da0413b" /><Relationship Type="http://schemas.openxmlformats.org/officeDocument/2006/relationships/tableStyles" Target="/ppt/tableStyles.xml" Id="R7c483156954d4210" /><Relationship Type="http://schemas.openxmlformats.org/officeDocument/2006/relationships/slide" Target="/ppt/slides/slide1.xml" Id="Raa64b27dfca444a6" /><Relationship Type="http://schemas.openxmlformats.org/officeDocument/2006/relationships/slide" Target="/ppt/slides/slide2.xml" Id="R277b1403fe604888" /><Relationship Type="http://schemas.openxmlformats.org/officeDocument/2006/relationships/slide" Target="/ppt/slides/slide3.xml" Id="Rbb130c0840254f90" /><Relationship Type="http://schemas.openxmlformats.org/officeDocument/2006/relationships/slide" Target="/ppt/slides/slide4.xml" Id="Rc5c0a4e40adb4893" /><Relationship Type="http://schemas.openxmlformats.org/officeDocument/2006/relationships/slide" Target="/ppt/slides/slide5.xml" Id="R17bc1bdc30f04252" /><Relationship Type="http://schemas.openxmlformats.org/officeDocument/2006/relationships/slide" Target="/ppt/slides/slide6.xml" Id="R327a54e9916e46c5" /><Relationship Type="http://schemas.openxmlformats.org/officeDocument/2006/relationships/slide" Target="/ppt/slides/slide7.xml" Id="Rfa9eb61ff54c4b43" /><Relationship Type="http://schemas.openxmlformats.org/officeDocument/2006/relationships/slide" Target="/ppt/slides/slide8.xml" Id="R21adde66d8cc4a06" /><Relationship Type="http://schemas.openxmlformats.org/officeDocument/2006/relationships/slide" Target="/ppt/slides/slide9.xml" Id="R956c269c2cc84572" /><Relationship Type="http://schemas.openxmlformats.org/officeDocument/2006/relationships/slide" Target="/ppt/slides/slide10.xml" Id="R106be648e11f407b" /><Relationship Type="http://schemas.openxmlformats.org/officeDocument/2006/relationships/slide" Target="/ppt/slides/slide11.xml" Id="R333fbc96623d4deb" /><Relationship Type="http://schemas.openxmlformats.org/officeDocument/2006/relationships/slide" Target="/ppt/slides/slide12.xml" Id="R8bda7d3b8b844106" /><Relationship Type="http://schemas.openxmlformats.org/officeDocument/2006/relationships/slide" Target="/ppt/slides/slide13.xml" Id="R7291d0ea9276485a" /><Relationship Type="http://schemas.openxmlformats.org/officeDocument/2006/relationships/slide" Target="/ppt/slides/slide14.xml" Id="R0fcc4a6dd68448ca" /><Relationship Type="http://schemas.openxmlformats.org/officeDocument/2006/relationships/slide" Target="/ppt/slides/slide15.xml" Id="R521b81b6098440de" /><Relationship Type="http://schemas.openxmlformats.org/officeDocument/2006/relationships/slide" Target="/ppt/slides/slide16.xml" Id="R104199f183164425" /><Relationship Type="http://schemas.openxmlformats.org/officeDocument/2006/relationships/slide" Target="/ppt/slides/slide17.xml" Id="R878acad422444ffa" /><Relationship Type="http://schemas.openxmlformats.org/officeDocument/2006/relationships/slide" Target="/ppt/slides/slide18.xml" Id="Rfdeaa827edbd408f" /><Relationship Type="http://schemas.openxmlformats.org/officeDocument/2006/relationships/slide" Target="/ppt/slides/slide19.xml" Id="Rfa97a01205c54e1e" /><Relationship Type="http://schemas.openxmlformats.org/officeDocument/2006/relationships/slide" Target="/ppt/slides/slide20.xml" Id="R28a0a97c60d84efe" /><Relationship Type="http://schemas.openxmlformats.org/officeDocument/2006/relationships/slide" Target="/ppt/slides/slide21.xml" Id="R9fbe1e673dbf4053" /><Relationship Type="http://schemas.openxmlformats.org/officeDocument/2006/relationships/slide" Target="/ppt/slides/slide22.xml" Id="R7aa9e7b2cc0e48ed" /><Relationship Type="http://schemas.openxmlformats.org/officeDocument/2006/relationships/slide" Target="/ppt/slides/slide23.xml" Id="Ree15554fcfab45d4" /><Relationship Type="http://schemas.openxmlformats.org/officeDocument/2006/relationships/slide" Target="/ppt/slides/slide24.xml" Id="Rfcc8714937514bd0" /><Relationship Type="http://schemas.openxmlformats.org/officeDocument/2006/relationships/slide" Target="/ppt/slides/slide25.xml" Id="R8588239276f64fa8" /><Relationship Type="http://schemas.openxmlformats.org/officeDocument/2006/relationships/slide" Target="/ppt/slides/slide26.xml" Id="R56287c591aac41b4" /><Relationship Type="http://schemas.openxmlformats.org/officeDocument/2006/relationships/slide" Target="/ppt/slides/slide27.xml" Id="Rf4f6e0de3fbd4aea" /><Relationship Type="http://schemas.openxmlformats.org/officeDocument/2006/relationships/slide" Target="/ppt/slides/slide28.xml" Id="R442499e084964595" /><Relationship Type="http://schemas.openxmlformats.org/officeDocument/2006/relationships/slide" Target="/ppt/slides/slide29.xml" Id="Rf367997a5bbd4d10" /><Relationship Type="http://schemas.openxmlformats.org/officeDocument/2006/relationships/slide" Target="/ppt/slides/slide30.xml" Id="Rcfcc363d4bd9453f" /><Relationship Type="http://schemas.openxmlformats.org/officeDocument/2006/relationships/slide" Target="/ppt/slides/slide31.xml" Id="R0cc1c81fb3cb4075" /><Relationship Type="http://schemas.openxmlformats.org/officeDocument/2006/relationships/slide" Target="/ppt/slides/slide32.xml" Id="Re30baa19a3a24507" /><Relationship Type="http://schemas.openxmlformats.org/officeDocument/2006/relationships/slide" Target="/ppt/slides/slide33.xml" Id="Rd363fc9c66f0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a5bcff3d30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e575f5dfc54258" /><Relationship Type="http://schemas.openxmlformats.org/officeDocument/2006/relationships/notesMaster" Target="/ppt/notesMasters/notesMaster1.xml" Id="Rb598d466274549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8d2dc06064b59" /><Relationship Type="http://schemas.openxmlformats.org/officeDocument/2006/relationships/notesMaster" Target="/ppt/notesMasters/notesMaster1.xml" Id="R624aa94580c443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8e47c0af64f0b" /><Relationship Type="http://schemas.openxmlformats.org/officeDocument/2006/relationships/notesMaster" Target="/ppt/notesMasters/notesMaster1.xml" Id="R301ed429db6d42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d83411382342f3" /><Relationship Type="http://schemas.openxmlformats.org/officeDocument/2006/relationships/notesMaster" Target="/ppt/notesMasters/notesMaster1.xml" Id="Rc1d66ea98a3a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e0ee3a4cde48de" /><Relationship Type="http://schemas.openxmlformats.org/officeDocument/2006/relationships/notesMaster" Target="/ppt/notesMasters/notesMaster1.xml" Id="Rd75a7dce329249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3b1dfb42c41da" /><Relationship Type="http://schemas.openxmlformats.org/officeDocument/2006/relationships/notesMaster" Target="/ppt/notesMasters/notesMaster1.xml" Id="R0cb7340404be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e0b2bf44e647ba" /><Relationship Type="http://schemas.openxmlformats.org/officeDocument/2006/relationships/notesMaster" Target="/ppt/notesMasters/notesMaster1.xml" Id="Rf44874577ae6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b76d65666e4904" /><Relationship Type="http://schemas.openxmlformats.org/officeDocument/2006/relationships/notesMaster" Target="/ppt/notesMasters/notesMaster1.xml" Id="R0e5bbcd70d9f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35d1631e5431e" /><Relationship Type="http://schemas.openxmlformats.org/officeDocument/2006/relationships/notesMaster" Target="/ppt/notesMasters/notesMaster1.xml" Id="R9baf938de8a64c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0b93f78acc42bb" /><Relationship Type="http://schemas.openxmlformats.org/officeDocument/2006/relationships/notesMaster" Target="/ppt/notesMasters/notesMaster1.xml" Id="R942bc8d54fc943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f10ecb83fe4a0c" /><Relationship Type="http://schemas.openxmlformats.org/officeDocument/2006/relationships/notesMaster" Target="/ppt/notesMasters/notesMaster1.xml" Id="R9ee5d102732d4b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4e4b71f9b34a6b" /><Relationship Type="http://schemas.openxmlformats.org/officeDocument/2006/relationships/notesMaster" Target="/ppt/notesMasters/notesMaster1.xml" Id="Ra297963fc6bd40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5e28610e6c473c" /><Relationship Type="http://schemas.openxmlformats.org/officeDocument/2006/relationships/notesMaster" Target="/ppt/notesMasters/notesMaster1.xml" Id="R3139c0b209494d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cae89dc3fb4516" /><Relationship Type="http://schemas.openxmlformats.org/officeDocument/2006/relationships/notesMaster" Target="/ppt/notesMasters/notesMaster1.xml" Id="Ra59b5ea589954d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beb74277414903" /><Relationship Type="http://schemas.openxmlformats.org/officeDocument/2006/relationships/notesMaster" Target="/ppt/notesMasters/notesMaster1.xml" Id="R5ab351dccd684a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60d87aa14e4f88" /><Relationship Type="http://schemas.openxmlformats.org/officeDocument/2006/relationships/notesMaster" Target="/ppt/notesMasters/notesMaster1.xml" Id="R052128e59f1745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1edefd470f431e" /><Relationship Type="http://schemas.openxmlformats.org/officeDocument/2006/relationships/notesMaster" Target="/ppt/notesMasters/notesMaster1.xml" Id="R4f907649f9074a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2231309be54ae3" /><Relationship Type="http://schemas.openxmlformats.org/officeDocument/2006/relationships/notesMaster" Target="/ppt/notesMasters/notesMaster1.xml" Id="R3eee2ed8c1c042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16d0d32aa84f42" /><Relationship Type="http://schemas.openxmlformats.org/officeDocument/2006/relationships/notesMaster" Target="/ppt/notesMasters/notesMaster1.xml" Id="R154fd24f942845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6c6b28b0144fde" /><Relationship Type="http://schemas.openxmlformats.org/officeDocument/2006/relationships/notesMaster" Target="/ppt/notesMasters/notesMaster1.xml" Id="Rc63d78839f5c41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557391e60e4884" /><Relationship Type="http://schemas.openxmlformats.org/officeDocument/2006/relationships/notesMaster" Target="/ppt/notesMasters/notesMaster1.xml" Id="Rdf869bf324dc40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028700304db4d45" /><Relationship Type="http://schemas.openxmlformats.org/officeDocument/2006/relationships/notesMaster" Target="/ppt/notesMasters/notesMaster1.xml" Id="R967eab42a7034a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cdb98e92fd43a1" /><Relationship Type="http://schemas.openxmlformats.org/officeDocument/2006/relationships/notesMaster" Target="/ppt/notesMasters/notesMaster1.xml" Id="R461b1fedcdaa4cd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64b58e16924dd6" /><Relationship Type="http://schemas.openxmlformats.org/officeDocument/2006/relationships/notesMaster" Target="/ppt/notesMasters/notesMaster1.xml" Id="R7ad32cd68a764e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9bdac29a9e4567" /><Relationship Type="http://schemas.openxmlformats.org/officeDocument/2006/relationships/notesMaster" Target="/ppt/notesMasters/notesMaster1.xml" Id="R5a09c23763bb4c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f5970967684a66" /><Relationship Type="http://schemas.openxmlformats.org/officeDocument/2006/relationships/notesMaster" Target="/ppt/notesMasters/notesMaster1.xml" Id="Rf00b6c3c4d5c44a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ddb5f485d1477c" /><Relationship Type="http://schemas.openxmlformats.org/officeDocument/2006/relationships/notesMaster" Target="/ppt/notesMasters/notesMaster1.xml" Id="Rb93e1fd8532a43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3023c2107743c8" /><Relationship Type="http://schemas.openxmlformats.org/officeDocument/2006/relationships/notesMaster" Target="/ppt/notesMasters/notesMaster1.xml" Id="Re385eb33e91b45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14227b0f93427f" /><Relationship Type="http://schemas.openxmlformats.org/officeDocument/2006/relationships/notesMaster" Target="/ppt/notesMasters/notesMaster1.xml" Id="Rf6bc2224c10c4a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036bd75dbd4d2b" /><Relationship Type="http://schemas.openxmlformats.org/officeDocument/2006/relationships/notesMaster" Target="/ppt/notesMasters/notesMaster1.xml" Id="Rc041ba18049349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1286fdf6bad47bb" /><Relationship Type="http://schemas.openxmlformats.org/officeDocument/2006/relationships/notesMaster" Target="/ppt/notesMasters/notesMaster1.xml" Id="R67a7956923a54c3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5206305ce84188" /><Relationship Type="http://schemas.openxmlformats.org/officeDocument/2006/relationships/notesMaster" Target="/ppt/notesMasters/notesMaster1.xml" Id="Rc258b2364f5f4a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93699626f0483c" /><Relationship Type="http://schemas.openxmlformats.org/officeDocument/2006/relationships/notesMaster" Target="/ppt/notesMasters/notesMaster1.xml" Id="R71dd0b7d247544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开场不讲软件清单。说：今天我们试着把脑子里的舞台放到眼前，换几个位置看，再改一次。第一次可以粗糙，但要能运行。今天既欢迎已有作品，也欢迎只有一个想法的人。</a:t>
            </a:r>
          </a:p>
          <a:p xmlns:a="http://schemas.openxmlformats.org/drawingml/2006/main">
            <a:r>
              <a:t>本轮封面改用本地屏幕实验图，不再展示旧海报。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大家一分钟想。约14人，每人20秒，控制在5分钟内。可以说一段音乐、一个演出记忆或一个想象。把需求口头归为影像进空间、屏幕关系、实时输入三类，后续演示按现场最多的需求侧重，不强制分组或互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这是主讲者的核心立场。传统Blender流程仍然有用，AI网页预演降低了一些搭建和改版的周转成本。节省下来的时间用于观看、选择和深化，不承诺网页可以代替所有CG或现场工程。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沿用招生承诺的六段时间。讲解与操作约各一半，操作时可以穿插短讲，但每次都把注意力拉回当前任务。最后10分钟每人30秒，14人约7分钟，余3分钟收束；16:30后可自愿继续聊。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人讲述，不补写没发生的过程。展示你认可的在线图片，问大家：这条线如果从顶屏流向主屏，哪里必须衔接？然后讲原本不想折腾顶屏，AI草稿使你愿意尝试。预演与现场来自不同片段，不作逐帧还原对比。不要说ENTROPY整场由固定时间线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https://www.afterloop.co.uk/team-1-1-3</a:t>
            </a:r>
          </a:p>
          <a:p xmlns:a="http://schemas.openxmlformats.org/drawingml/2006/main">
            <a:r>
              <a:t>https://derivative.ca/event/entropy-immersive-audio-visual-live-performance-performed-using-touchdesigner/75227</a:t>
            </a:r>
          </a:p>
          <a:p xmlns:a="http://schemas.openxmlformats.org/drawingml/2006/main">
            <a:r>
              <a:t>图源：AfterLoop活动页 / ENTROPY现场片段，非逐帧预演对照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给大家20秒看图，先不解释。问：你觉得这种环幕该交付什么比例的画面？再说自己的尝试：全宽画布，以及1:1的圆形内容经过重映射成为长条。这里是个人工程经验，不把它套成所有环幕的统一交付规格。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本地作品归档 timer-main-clean.jpg</a:t>
            </a:r>
          </a:p>
          <a:p xmlns:a="http://schemas.openxmlformats.org/drawingml/2006/main">
            <a:r>
              <a:t>TIMER《控时者》/ 本人作品归档图片组，含不同呈现片段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用TIMER经验说明：一类工程帮助看舞台，一类帮助组织内容。某些环节仍需要Blender或其他CG工具。问大家：你现在最卡的是内容怎么做，还是内容进空间以后会怎样？两者可以相互返回。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TIMER / 本人创作经验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控制在3分钟。他2026年8月访谈讨论AI降低实现成本、并行试验及人的注意限制。这里直接转述作者观点，不宣称所有创作都如此。主讲者承接：我们今天借这种低成本试验能力，做一个小舞台。理论仍在理解中，可以把疑问开放给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https://projects.daito.ws/ai-production-and-human-experience/</a:t>
            </a:r>
          </a:p>
          <a:p xmlns:a="http://schemas.openxmlformats.org/drawingml/2006/main">
            <a:r>
              <a:t>https://projects.daito.ws/agent-club/</a:t>
            </a:r>
          </a:p>
          <a:p xmlns:a="http://schemas.openxmlformats.org/drawingml/2006/main">
            <a:r>
              <a:t>Daito Manabe / VJ Agent Club 官方原型缩略图，非本课运行结果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系本人《从Prompt到Skill》：单次请求、项目上下文和可复用经验，是三层不同东西。本课不教Skill安装，也不讲Swift。先让学员把目标、资料、边界和判断写清。持续上下文有用，信息也需要整理，不能把越长越好当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assets/revision/Ewan_从Prompt到Skill_原文.txt</a:t>
            </a:r>
          </a:p>
          <a:p xmlns:a="http://schemas.openxmlformats.org/drawingml/2006/main">
            <a:r>
              <a:t>https://www.avanderlee.com/ai-development/agent-skills-replacing-agents-md-with-reusable-ai-knowledge/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这是教学示例，不是真实用户工程的测绘描述。请大家指出：哪一行是意图，哪一行是约束，哪一行告诉AI怎样检查？自然语言或语音输入都可以。把口述整理成这几项即可，不要求写得像程序员。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过渡到实操。14:00开始，先共同跑通基础入口。教师边做边解释，每做一步就停一下让大家确认。准备好成品兜底，不能让14个人各自安装依赖。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机已核对官方桌面版0.2.0-rc.2，但学员版本可能不同。现场按工作区、新会话和模型菜单对应项示范，不投出密钥或个人聊天记录。已有工程先另存。统一材料的网页可直接运行；安装或API卡住时先使用成品继续学习，课后再处理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https://github.com/deepseek-ai/deepseek-harness/blob/master/apps/desktop/README.md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这是课堂操作策略，不是性能榜单。官方2026-10-30当前API名是deepseek-flash与deepseek-v4-pro；本机旧会话显示旧别名，不让学生照抄旧名称。新会话UI已看到DeepSeek-V41-Flash / Low。按现场版本选择可用项，不保证所有账号都有相同模型，不用模型切换替代分析。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打开统一工程或空间实验室。选平面，先用测试图案。问：人物与画面的比例怎样？从侧面是否还能看到主体？不要求先做桁架、材质和复杂灯光。首个灰盒失败时，教师立即用稳定成品让大家继续观察。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SceneForge 本地教学实验室 / 示意尺寸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去魅的语言讲：屏幕本身是模型的一部分，动态画面是一张不断更新的图。UV像一套对应地址，说明图上的哪里落到模型哪里。Unity里可用RenderTexture，网页里可用CanvasTexture或VideoTexture。工具名称不同，逻辑能迁移。此处不讲图形管线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https://threejs.org/docs/#api/en/textures/VideoTexture</a:t>
            </a:r>
          </a:p>
          <a:p xmlns:a="http://schemas.openxmlformats.org/drawingml/2006/main">
            <a:r>
              <a:t>https://docs.unity3d.com/Manual/class-RenderTexture.html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L形屏先选连续，指出同一画布的左右部分如何被分配。再选每屏重复，观察运动与信息量变化。请学员先说预测，再看结果。连续UV不保证观众在任何位置都觉得连续，透视与机位仍参与结果。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两块教学平面组成L形，非真实场馆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结合TIMER经验。180度环幕是表面形状；内容可能是一张超宽画布。画布长宽比应看实际屏幕与展开方式，不能看到弧形就直接制作360视频。让学员从中心、侧面与全景机位查看接缝和主体拉伸。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SceneForge / 180°教学环幕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格式辨析，可按学员需求展开。球面示例只帮助理解等距柱状经纬媒体，不代替真实球幕投影设计。正方形创意内容也可重新映射，但不天然成为360经纬视频。每次先问内容如何编码、表面怎样展开、观看点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https://threejs.org/examples/#webgl_video_panorama_equirectangular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演示自己控制的网页或Processing窗口，点屏幕分享，由主讲亲自选择源。鼠标或参数变化以后，看它是否出现在空间表面。摄像头作为另一种来源。停止输入才释放设备，暂停画面不等于停止采集。权限失败改用本地视频，不延伸为WebRTC网络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https://developer.mozilla.org/en-US/docs/Web/API/MediaDevices/getDisplayMedia</a:t>
            </a:r>
          </a:p>
          <a:p xmlns:a="http://schemas.openxmlformats.org/drawingml/2006/main">
            <a:r>
              <a:t>本地自动化摄像头替身测试截图，非真人摄像头现场验收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四角校准是平面输出的一个起点。环形与异形还可能需要UV、网格变形或视点投射，不把当前单平面输出说成全能校准。学员先理解动态纹理与表面关系，今天只需完成可运行数字舞台。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>https://resolume.com/support/advanced-output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大家自由探索。可以复刻喜欢的演出，也可做虚构音乐节或活动舞台。教师巡视时只问：你现在要验证什么？卡在哪一步？最快者可尝试实时输入，未完成者用统一工程。场景规模主动压小，15:30必须进入完整观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这个页面在操作时停留。讲师可简短分享：AI快不等于判断已经完成；粗糙灰盒能提前暴露一些问题，但不会给出真实亮度、工程安全或全部现场感受。不要因为大家开始沉默就继续增加理论。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15:30–15:50。至少先有一轮不停下来修。可两人交换观看，不强制担任助教。对音乐或情绪导向的作品，也允许描述注意力、张力和感受，再回到能定位的片段讨论。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避免把艺术判断简化成“物理准确”。情绪、节奏和模糊性可以是目的。请对方先描述实际感受，再说作者意图，分清技术阻碍与审美选择。不要要求所有作品满足同一个视觉风格。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15:50–16:20。可以改屏幕方向、比例、运动分配或段落时长。若做的是更好的情绪而非技术修复，也请说清你改了什么、为什么保留。学员不必全做同样的屏幕。16:15提醒导出参数和原素材。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这一段打开自己熟悉的Blender工程，沿用刚才的屏幕关系讲空间、UV和人物尺度。网页与Blender不是互相取代。没有承诺网页自动导出Blender或两边实时同步。现场用已打开的工程，不进行耗时建模。本段压在V2完成后、分享前约3分钟；原练习方法留讲述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https://zachlieberman.medium.com/i-spent-10-years-making-a-sketch-in-code-every-day-and-heres-what-i-learned-b845e811160d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20开始，约14人，每人30秒；用一张截图或当前工程，不换复杂设备。7分钟覆盖全员，3分钟教师收束。若有人还没成功，可展示卡住的问题和已经理解的逻辑，明确后续获得帮助的方法。16:30后为自愿深入分享，不能用课后时间补掉课内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SceneForge下一阶段共建计划，不是已上线的上传功能。未来希望大家分享实际项目的屏幕规格、场景和自己的独立网站链接；也可以归档已拆除但值得保留的舞台。今天先保存自己的工程、素材与屏幕说明。仓库：https://github.com/ewanqian/SceneForge 。不要编造项目接收链接或承诺已有多人后台。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主讲者2026-10-30口述及MANA招生正文（用户提供）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供课后回看和现场复制。参照实际工程增删。不要要求AI安装所有工具或把用户机器当全新环境。若会话上下文已很大，可另存简短项目说明和当前问题，在新会话继续。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给带音乐的参与者的路径。今天没有自动作曲、自动频谱分析或生成式AI音频服务作为统一依赖。可以先用手动Cue与已有音乐并置，之后才做真正的音频输入映射。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避免“跑起来”被理解为真实演出已验收。当前实验室的球体、L屏与环幕是教学预设。场馆尺寸是假设；mac与Windows均走浏览器，但本轮主要在本机Chrome验证。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主讲只用两三分钟处理一个人的环境，避免其他13人等待；记录问题，给可继续的替代路径。没有助教时，救场方案必须简单、可见、可逆。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外部案例仅作方法参照，不代表合作或机构背书。图片来源保留在每页备注及素材清单。课件中的原型截图、作品归档图与真实现场照片分别标明，不混用。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来源与署名（核验2026-10-30）：</a:t>
            </a:r>
          </a:p>
          <a:p xmlns:a="http://schemas.openxmlformats.org/drawingml/2006/main">
            <a:r>
              <a:t>https://projects.daito.ws/ai-production-and-human-experience/</a:t>
            </a:r>
          </a:p>
          <a:p xmlns:a="http://schemas.openxmlformats.org/drawingml/2006/main">
            <a:r>
              <a:t>https://zachlieberman.medium.com/i-spent-10-years-making-a-sketch-in-code-every-day-and-heres-what-i-learned-b845e811160d</a:t>
            </a:r>
          </a:p>
          <a:p xmlns:a="http://schemas.openxmlformats.org/drawingml/2006/main">
            <a:r>
              <a:t>https://www.avanderlee.com/ai-development/agent-skills-replacing-agents-md-with-reusable-ai-knowledge/</a:t>
            </a:r>
          </a:p>
          <a:p xmlns:a="http://schemas.openxmlformats.org/drawingml/2006/main">
            <a:r>
              <a:t>https://threejs.org/docs/</a:t>
            </a:r>
          </a:p>
          <a:p xmlns:a="http://schemas.openxmlformats.org/drawingml/2006/main">
            <a:r>
              <a:t>https://docs.unity3d.com/Manual/class-RenderTexture.html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本地入口：http://localhost:8765/web/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8422726bb40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0903df26d4b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fa91cd88e45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70c12593441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43a9041e641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84ba8a3684c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75FDBF-9610-47E6-AF8A-D6FC0BD36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3AC17D-6D0F-482A-A721-BD5CE55696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173BF7-196A-4A6A-8E0F-348BC4D29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6C186C-A78B-4065-B3CE-02254D820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CD12DE-23C8-4BFE-BBE3-43F5AD632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40D8C7-1C56-438A-A4DD-10ACC4F82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EB7345-FD84-4618-9877-DF5C37CDD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3E13D9-6221-4AF4-A3BF-C16B36273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737F11-409D-41CF-AA40-A597CE9D1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C5432D-D82B-45EA-AE5B-B71864F0C7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797fbc29a49e7" /><Relationship Type="http://schemas.openxmlformats.org/officeDocument/2006/relationships/slideLayout" Target="/ppt/slideLayouts/slideLayout1.xml" Id="R5ac3ba5731d04209" /><Relationship Type="http://schemas.openxmlformats.org/officeDocument/2006/relationships/slideLayout" Target="/ppt/slideLayouts/slideLayout2.xml" Id="R5a6b78fec5974432" /><Relationship Type="http://schemas.openxmlformats.org/officeDocument/2006/relationships/slideLayout" Target="/ppt/slideLayouts/slideLayout3.xml" Id="R99b415e83f654eed" /><Relationship Type="http://schemas.openxmlformats.org/officeDocument/2006/relationships/slideLayout" Target="/ppt/slideLayouts/slideLayout4.xml" Id="Rc0b74866b4c4417f" /><Relationship Type="http://schemas.openxmlformats.org/officeDocument/2006/relationships/slideLayout" Target="/ppt/slideLayouts/slideLayout5.xml" Id="Ra8524601a4864af9" /><Relationship Type="http://schemas.openxmlformats.org/officeDocument/2006/relationships/slideLayout" Target="/ppt/slideLayouts/slideLayout6.xml" Id="R6a1fa2ae18ce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3ba5731d04209"/>
    <p:sldLayoutId xmlns:r="http://schemas.openxmlformats.org/officeDocument/2006/relationships" id="2147483650" r:id="R5a6b78fec5974432"/>
    <p:sldLayoutId xmlns:r="http://schemas.openxmlformats.org/officeDocument/2006/relationships" id="2147483651" r:id="R99b415e83f654eed"/>
    <p:sldLayoutId xmlns:r="http://schemas.openxmlformats.org/officeDocument/2006/relationships" id="2147483652" r:id="Rc0b74866b4c4417f"/>
    <p:sldLayoutId xmlns:r="http://schemas.openxmlformats.org/officeDocument/2006/relationships" id="2147483653" r:id="Ra8524601a4864af9"/>
    <p:sldLayoutId xmlns:r="http://schemas.openxmlformats.org/officeDocument/2006/relationships" id="2147483654" r:id="R6a1fa2ae18ce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885cfba7b4d40" /><Relationship Type="http://schemas.openxmlformats.org/officeDocument/2006/relationships/image" Target="/ppt/media/image.png" Id="Re8ac72671f364aec" /><Relationship Type="http://schemas.openxmlformats.org/officeDocument/2006/relationships/notesSlide" Target="/ppt/notesSlides/notesSlide1.xml" Id="Rf3a60395d341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16840708354516" /><Relationship Type="http://schemas.openxmlformats.org/officeDocument/2006/relationships/notesSlide" Target="/ppt/notesSlides/notesSlide2.xml" Id="Rb3acf49d4050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8bb9530c3452a" /><Relationship Type="http://schemas.openxmlformats.org/officeDocument/2006/relationships/notesSlide" Target="/ppt/notesSlides/notesSlide3.xml" Id="R4b67ff38c3554d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243666ed564b40" /><Relationship Type="http://schemas.openxmlformats.org/officeDocument/2006/relationships/notesSlide" Target="/ppt/notesSlides/notesSlide4.xml" Id="Rd2e4d75c3977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0ac5f4cde4e9a" /><Relationship Type="http://schemas.openxmlformats.org/officeDocument/2006/relationships/image" Target="/ppt/media/image.bin" Id="R3c5d5f259b9b4956" /><Relationship Type="http://schemas.openxmlformats.org/officeDocument/2006/relationships/notesSlide" Target="/ppt/notesSlides/notesSlide5.xml" Id="R2566bb2c876f44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66fa44a6e4677" /><Relationship Type="http://schemas.openxmlformats.org/officeDocument/2006/relationships/image" Target="/ppt/media/image.jpeg" Id="R7ca26bdc02c54b6a" /><Relationship Type="http://schemas.openxmlformats.org/officeDocument/2006/relationships/notesSlide" Target="/ppt/notesSlides/notesSlide6.xml" Id="R7285fe9ca2b44c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41bafb4fe4d4b" /><Relationship Type="http://schemas.openxmlformats.org/officeDocument/2006/relationships/notesSlide" Target="/ppt/notesSlides/notesSlide7.xml" Id="R9ee3c902aa8343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2866f13634a94" /><Relationship Type="http://schemas.openxmlformats.org/officeDocument/2006/relationships/image" Target="/ppt/media/image2.bin" Id="R8bdd06bf066b46af" /><Relationship Type="http://schemas.openxmlformats.org/officeDocument/2006/relationships/notesSlide" Target="/ppt/notesSlides/notesSlide8.xml" Id="R0de9ce0a3d4e4f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218b350fc4601" /><Relationship Type="http://schemas.openxmlformats.org/officeDocument/2006/relationships/notesSlide" Target="/ppt/notesSlides/notesSlide9.xml" Id="R0150cc758aa244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4c2c83d0e40d3" /><Relationship Type="http://schemas.openxmlformats.org/officeDocument/2006/relationships/notesSlide" Target="/ppt/notesSlides/notesSlide10.xml" Id="R2bac6a74034747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12f9761aa45f6" /><Relationship Type="http://schemas.openxmlformats.org/officeDocument/2006/relationships/notesSlide" Target="/ppt/notesSlides/notesSlide11.xml" Id="R4c2e9e0de52742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5df5d1bf84bfa" /><Relationship Type="http://schemas.openxmlformats.org/officeDocument/2006/relationships/notesSlide" Target="/ppt/notesSlides/notesSlide12.xml" Id="Rc4b4149f51304d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38fdd1d124f78" /><Relationship Type="http://schemas.openxmlformats.org/officeDocument/2006/relationships/notesSlide" Target="/ppt/notesSlides/notesSlide13.xml" Id="R4691bb90877944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a6c6c87fb438e" /><Relationship Type="http://schemas.openxmlformats.org/officeDocument/2006/relationships/image" Target="/ppt/media/image2.png" Id="R6b653016225743c5" /><Relationship Type="http://schemas.openxmlformats.org/officeDocument/2006/relationships/notesSlide" Target="/ppt/notesSlides/notesSlide14.xml" Id="R4843c2904a5e4a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51b00428f409f" /><Relationship Type="http://schemas.openxmlformats.org/officeDocument/2006/relationships/notesSlide" Target="/ppt/notesSlides/notesSlide15.xml" Id="R4b0b24c0480546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224608a7b4e68" /><Relationship Type="http://schemas.openxmlformats.org/officeDocument/2006/relationships/image" Target="/ppt/media/image3.png" Id="R7889f055d7a94a84" /><Relationship Type="http://schemas.openxmlformats.org/officeDocument/2006/relationships/notesSlide" Target="/ppt/notesSlides/notesSlide16.xml" Id="R8fa7007c27ec43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1a7f706db4159" /><Relationship Type="http://schemas.openxmlformats.org/officeDocument/2006/relationships/image" Target="/ppt/media/image4.png" Id="R0c7cd9253ac744c6" /><Relationship Type="http://schemas.openxmlformats.org/officeDocument/2006/relationships/notesSlide" Target="/ppt/notesSlides/notesSlide17.xml" Id="R396fd267808245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4604cab454896" /><Relationship Type="http://schemas.openxmlformats.org/officeDocument/2006/relationships/notesSlide" Target="/ppt/notesSlides/notesSlide18.xml" Id="R3d69e3811f5f43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2f66268c545ba" /><Relationship Type="http://schemas.openxmlformats.org/officeDocument/2006/relationships/image" Target="/ppt/media/image5.png" Id="Rf51bf66e4e6b42fc" /><Relationship Type="http://schemas.openxmlformats.org/officeDocument/2006/relationships/notesSlide" Target="/ppt/notesSlides/notesSlide19.xml" Id="R334463833f0244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50563d6c14c67" /><Relationship Type="http://schemas.openxmlformats.org/officeDocument/2006/relationships/notesSlide" Target="/ppt/notesSlides/notesSlide20.xml" Id="Rdcca9319d50142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b170f480f4027" /><Relationship Type="http://schemas.openxmlformats.org/officeDocument/2006/relationships/notesSlide" Target="/ppt/notesSlides/notesSlide21.xml" Id="R8ebe9afdcd3843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fd9be04bf49e7" /><Relationship Type="http://schemas.openxmlformats.org/officeDocument/2006/relationships/notesSlide" Target="/ppt/notesSlides/notesSlide22.xml" Id="R07d766773dd847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e6d19a8104ea1" /><Relationship Type="http://schemas.openxmlformats.org/officeDocument/2006/relationships/notesSlide" Target="/ppt/notesSlides/notesSlide23.xml" Id="R8bd9bccf0d05437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813a3c6154b1b" /><Relationship Type="http://schemas.openxmlformats.org/officeDocument/2006/relationships/notesSlide" Target="/ppt/notesSlides/notesSlide24.xml" Id="R58e75d2f55cf45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ed0fad4d0471d" /><Relationship Type="http://schemas.openxmlformats.org/officeDocument/2006/relationships/notesSlide" Target="/ppt/notesSlides/notesSlide25.xml" Id="R8bb1a9ac8c8449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d9c4a35414329" /><Relationship Type="http://schemas.openxmlformats.org/officeDocument/2006/relationships/notesSlide" Target="/ppt/notesSlides/notesSlide26.xml" Id="R6dbfb7d8185b43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195fc40a54f62" /><Relationship Type="http://schemas.openxmlformats.org/officeDocument/2006/relationships/notesSlide" Target="/ppt/notesSlides/notesSlide27.xml" Id="R628411af8f0844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8fe05b44642d1" /><Relationship Type="http://schemas.openxmlformats.org/officeDocument/2006/relationships/notesSlide" Target="/ppt/notesSlides/notesSlide28.xml" Id="R721b5c58dd824a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e8f49ac4942c2" /><Relationship Type="http://schemas.openxmlformats.org/officeDocument/2006/relationships/notesSlide" Target="/ppt/notesSlides/notesSlide29.xml" Id="R8784f0a21f5e45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12a5d1743452f" /><Relationship Type="http://schemas.openxmlformats.org/officeDocument/2006/relationships/notesSlide" Target="/ppt/notesSlides/notesSlide30.xml" Id="R24d1f4285ec14b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d52c611e144b3" /><Relationship Type="http://schemas.openxmlformats.org/officeDocument/2006/relationships/notesSlide" Target="/ppt/notesSlides/notesSlide31.xml" Id="R7ae2423bf5b84c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e6ca439784f3a" /><Relationship Type="http://schemas.openxmlformats.org/officeDocument/2006/relationships/notesSlide" Target="/ppt/notesSlides/notesSlide32.xml" Id="R1c160162696742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21b8c4f9c4e06" /><Relationship Type="http://schemas.openxmlformats.org/officeDocument/2006/relationships/notesSlide" Target="/ppt/notesSlides/notesSlide33.xml" Id="R8a98629214c3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45F05-5B18-4072-ABF2-E9BFE301F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c72671f364aec"/>
          <a:srcRect xmlns:a="http://schemas.openxmlformats.org/drawingml/2006/main" l="32115" t="0" r="321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279D6-6C36-4ABA-BB88-77FF911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38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STAGE</a:t>
            </a:r>
          </a:p>
          <a:p xmlns:a="http://schemas.openxmlformats.org/drawingml/2006/main">
            <a:pPr>
              <a:def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REPLICA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DE2CB-3A82-449F-A0D0-6F4B6CB1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舞台复刻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BA024-E7D4-4939-B86C-06CB79FF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从一个想法，到一座数字舞台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B443-A662-4BCE-914A-8EC0182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rPr>
              <a:t>AI 辅助的空间预演与创作实践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B9988-1E27-40C5-9D98-706507A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rPr>
              <a:t>钱誉文 Ewan Qian　/　MANA</a:t>
            </a:r>
          </a:p>
          <a:p xmlns:a="http://schemas.openxmlformats.org/drawingml/2006/main">
            <a:pPr>
              <a:def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BBC7DB"/>
                </a:solidFill>
                <a:latin typeface="Hiragino Sans GB"/>
                <a:ea typeface="Hiragino Sans GB"/>
                <a:cs typeface="Hiragino Sans GB"/>
              </a:rPr>
              <a:t>2026.10.31　13:30–16:30</a:t>
            </a:r>
          </a:p>
        </p:txBody>
      </p:sp>
    </p:spTree>
    <p:extLst>
      <p:ext uri="{BB962C8B-B14F-4D97-AF65-F5344CB8AC3E}">
        <p14:creationId xmlns:p14="http://schemas.microsoft.com/office/powerpoint/2010/main" val="35715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57326-DD9E-41E1-92A8-B8F0845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D6DE8-7A52-4FE6-A7CF-EC5D274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F903E-ED46-4F23-AAF3-5FB36AD5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你带来了什么，想试什么？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A6392-5D55-4312-B669-484FEC38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我带来了什么？</a:t>
            </a:r>
          </a:p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我想尝试什么？</a:t>
            </a:r>
          </a:p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三小时后，什么会让我觉得值得？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B5C42-8953-48E6-A5D0-B0B135F1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每人口头说20秒 / 不填写网页</a:t>
            </a:r>
          </a:p>
        </p:txBody>
      </p:sp>
    </p:spTree>
    <p:extLst>
      <p:ext uri="{BB962C8B-B14F-4D97-AF65-F5344CB8AC3E}">
        <p14:creationId xmlns:p14="http://schemas.microsoft.com/office/powerpoint/2010/main" val="964686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76833-AA18-44B1-8BE4-00C9B068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B7F54-5DBB-466D-919F-A9D96D7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5BAE0-4E2A-4D36-A3F4-D7D864CB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把时间还给作品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3D92C-8F53-4C6E-B3B1-76CB3A1E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先敢于做出第一个灰盒。</a:t>
            </a:r>
          </a:p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找到有效的部分，再继续叠加。</a:t>
            </a:r>
          </a:p>
        </p:txBody>
      </p:sp>
    </p:spTree>
    <p:extLst>
      <p:ext uri="{BB962C8B-B14F-4D97-AF65-F5344CB8AC3E}">
        <p14:creationId xmlns:p14="http://schemas.microsoft.com/office/powerpoint/2010/main" val="1737384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E8419-B2D0-4E59-9EB2-916A6329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7A4A-738F-437C-9066-24F83964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BE7FC-6477-4D03-BFB4-D3FB184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今天的共同任务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63147-5673-4A40-AC61-92E973DE3C5C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F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</a:t>
                      </a:r>
                    </a:p>
                  </a:txBody>
                  <a:tcPr marL="91440" marR="91440" marT="45720" marB="45720">
                    <a:solidFill>
                      <a:srgbClr val="164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F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solidFill>
                      <a:srgbClr val="164B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13:30–14:00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前情、彼此目标、拆参考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14:00–14:40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共同演示与第一座灰盒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14:40–15:30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自己的内容、状态与V1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15:30–15:50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完整观看、记录问题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15:50–16:20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修改与复查V2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16:20–16:30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每人展示一个发现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C0A54-5CB6-47A2-8C75-FF73824D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搭建一次，完整看一次，再改一次。</a:t>
            </a:r>
          </a:p>
        </p:txBody>
      </p:sp>
    </p:spTree>
    <p:extLst>
      <p:ext uri="{BB962C8B-B14F-4D97-AF65-F5344CB8AC3E}">
        <p14:creationId xmlns:p14="http://schemas.microsoft.com/office/powerpoint/2010/main" val="9808250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8B91-BDB0-497A-9878-6D895D2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F4C93-2506-4E6A-AE91-99077BB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0215-DE16-4102-8212-6C29219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ENTROPY：顶屏值得做吗？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F6265-B563-40F3-99C6-AC3EE3993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5f259b9b4956"/>
          <a:stretch xmlns:a="http://schemas.openxmlformats.org/drawingml/2006/main"/>
        </p:blipFill>
        <p:spPr>
          <a:xfrm xmlns:a="http://schemas.openxmlformats.org/drawingml/2006/main">
            <a:off x="2691795" y="1809750"/>
            <a:ext cx="680841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79A38-E728-410D-BBC5-4AE0108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原本嫌麻烦的屏幕关系，在草稿里值得再试一次。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EFF41-C021-45E5-802F-B5490A09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5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图源：AfterLoop活动页 / ENTROPY现场片段，非逐帧预演对照</a:t>
            </a:r>
          </a:p>
        </p:txBody>
      </p:sp>
    </p:spTree>
    <p:extLst>
      <p:ext uri="{BB962C8B-B14F-4D97-AF65-F5344CB8AC3E}">
        <p14:creationId xmlns:p14="http://schemas.microsoft.com/office/powerpoint/2010/main" val="1271974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2D2BB-AE43-4E1B-8BE1-8F5177A2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6F8F0-D283-4D63-914F-8E40E02D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0EA71-AA7D-44AF-A058-441BB77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TIMER：画面怎样围绕身体？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D2EF-5B2F-48FE-AD21-B321FE73D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26bdc02c54b6a"/>
          <a:stretch xmlns:a="http://schemas.openxmlformats.org/drawingml/2006/main"/>
        </p:blipFill>
        <p:spPr>
          <a:xfrm xmlns:a="http://schemas.openxmlformats.org/drawingml/2006/main">
            <a:off x="6145080" y="1733550"/>
            <a:ext cx="4911990" cy="4514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7DEC1-C513-48F6-9505-F062433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屏幕形状怎样改变</a:t>
            </a:r>
          </a:p>
          <a:p xmlns:a="http://schemas.openxmlformats.org/drawingml/2006/main">
            <a:pPr>
              <a:def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内容的展开？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A8961-7BEB-43DA-9D19-288082E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BCC8D9"/>
                </a:solidFill>
                <a:latin typeface="Hiragino Sans GB"/>
                <a:ea typeface="Hiragino Sans GB"/>
                <a:cs typeface="Hiragino Sans GB"/>
              </a:rPr>
              <a:t>TIMER《控时者》/ 本人作品归档图片组，含不同呈现片段</a:t>
            </a:r>
          </a:p>
        </p:txBody>
      </p:sp>
    </p:spTree>
    <p:extLst>
      <p:ext uri="{BB962C8B-B14F-4D97-AF65-F5344CB8AC3E}">
        <p14:creationId xmlns:p14="http://schemas.microsoft.com/office/powerpoint/2010/main" val="1493166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541D4-608C-44F6-B47B-3E4507E6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955F9-32CE-47C9-AF9F-555F2EA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F9325-C91B-4DEF-B6F5-2258058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两种草稿，各有用途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0F004-EE53-4F68-92D0-4A4ABD0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空间草稿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E3FB6-E8D9-41A2-B606-6D776FF0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95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看比例、朝向、遮挡和观看位置。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0C707-15AB-4A5A-9C1A-1A8C5C7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内容草稿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92BF4-1EA8-4F69-BC5E-957506C3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试运动、节奏、构图与情绪。</a:t>
            </a:r>
          </a:p>
        </p:txBody>
      </p:sp>
    </p:spTree>
    <p:extLst>
      <p:ext uri="{BB962C8B-B14F-4D97-AF65-F5344CB8AC3E}">
        <p14:creationId xmlns:p14="http://schemas.microsoft.com/office/powerpoint/2010/main" val="2073916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73695-D29E-40BB-BF73-E1BF3CE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5A811-EF51-417C-8BB2-ABD81D4D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5642D-AC14-4A3F-84F3-DC786527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真鍋大度：实现变快之后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6E7F-EF45-41C4-B6A5-98458399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多个想法可以同时试。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83838-E9EA-4F64-9F5C-DC6AEF28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人的注意力和选择仍然有限。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9511E-A32F-43EF-A467-70BC85FF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你想留下什么，为什么？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8144F-B3A8-4D61-A93B-BEE840757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d06bf066b46af"/>
          <a:stretch xmlns:a="http://schemas.openxmlformats.org/drawingml/2006/main"/>
        </p:blipFill>
        <p:spPr>
          <a:xfrm xmlns:a="http://schemas.openxmlformats.org/drawingml/2006/main">
            <a:off x="8477250" y="2769989"/>
            <a:ext cx="3105150" cy="174664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A8365-DA8D-4E8E-8433-F3EC6519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VJ Agent Club / 官方原型图</a:t>
            </a:r>
          </a:p>
          <a:p xmlns:a="http://schemas.openxmlformats.org/drawingml/2006/main">
            <a: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方法参照：2026.08.31访谈</a:t>
            </a:r>
          </a:p>
        </p:txBody>
      </p:sp>
    </p:spTree>
    <p:extLst>
      <p:ext uri="{BB962C8B-B14F-4D97-AF65-F5344CB8AC3E}">
        <p14:creationId xmlns:p14="http://schemas.microsoft.com/office/powerpoint/2010/main" val="720444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3BB4E-F70C-4810-BDFE-88A4B3C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908F3-D933-4E43-8505-45BFCAF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643B9-6307-4D80-8287-4BD6DF8A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给 AI 一份可工作的委托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70FCD-587A-42C5-8F9C-A1A829A3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我要验证什么？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5F645-7024-4B48-8B24-3B77B624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它需要知道哪些资料？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7F136-047C-4108-8678-1EDF8CEC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改完以后，我在哪里检查？</a:t>
            </a:r>
          </a:p>
        </p:txBody>
      </p:sp>
    </p:spTree>
    <p:extLst>
      <p:ext uri="{BB962C8B-B14F-4D97-AF65-F5344CB8AC3E}">
        <p14:creationId xmlns:p14="http://schemas.microsoft.com/office/powerpoint/2010/main" val="1545835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E6A89-153F-4EC3-AA65-7349D53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01 / 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926A-8D48-4177-834F-770E4DD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4F941-1E6E-42D8-B8F1-3EFB891A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同一个任务，更清楚地说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C0A6F-C7D7-439F-8EB6-8DF68D58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目标：让线条跨过两面折屏，形成一个动作。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645E5-85FD-4E16-94CC-95D0D8DC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资料：参考图、屏幕方向、已有视频与工程。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3405F-8037-42B9-9D2C-1A64342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保留：人物尺度、原素材和已有机位。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3F73A-0735-4F7F-AB07-F233FE0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本次只改：画面分配与方向。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F360-8744-4E55-825E-4A52E34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检查：从正面和侧面各看一轮。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FA146-44BF-4C37-96DF-3FA105BE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把自己的想法改写成一次委托</a:t>
            </a:r>
          </a:p>
        </p:txBody>
      </p:sp>
    </p:spTree>
    <p:extLst>
      <p:ext uri="{BB962C8B-B14F-4D97-AF65-F5344CB8AC3E}">
        <p14:creationId xmlns:p14="http://schemas.microsoft.com/office/powerpoint/2010/main" val="7453562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4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AA763-724D-475D-8C89-98627CA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02 / 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3B65-72B7-4808-B68B-C36FF275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9155E-D962-4F83-8182-256103E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第一座灰盒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E91F2-868F-4E4E-9EB9-7DF5A47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0" b="0">
                <a:solidFill>
                  <a:srgbClr val="91A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DF9E-9CA7-4CFB-81EE-2EBBDC3A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屏幕、人物、机位，</a:t>
            </a:r>
          </a:p>
          <a:p xmlns:a="http://schemas.openxmlformats.org/drawingml/2006/main">
            <a:pPr>
              <a:def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放在同一个空间里。</a:t>
            </a:r>
          </a:p>
        </p:txBody>
      </p:sp>
    </p:spTree>
    <p:extLst>
      <p:ext uri="{BB962C8B-B14F-4D97-AF65-F5344CB8AC3E}">
        <p14:creationId xmlns:p14="http://schemas.microsoft.com/office/powerpoint/2010/main" val="8030076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C7415-7E0E-4C9D-A146-5DBADAE9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02 / 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C9F4F-2ADD-4CF8-AC23-FA760B6B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FF62-5573-41EC-8763-232E504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从 DeepSeek Harness 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D5100-7F37-45C1-AB34-3F344FE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1　打开课程工程文件夹。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6DB4A-2E04-4DAD-B6B9-C5E3D761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　进入一个专用会话，提供参考与目标。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2687F-DB7F-4ED9-93D3-2AE06FDE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3　先做最少的屏幕、人物和机位。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9E1F2-E753-4C99-B1FC-1FF1AD46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4　实际预览，把看见的问题带回同一会话。</a:t>
            </a:r>
          </a:p>
        </p:txBody>
      </p:sp>
    </p:spTree>
    <p:extLst>
      <p:ext uri="{BB962C8B-B14F-4D97-AF65-F5344CB8AC3E}">
        <p14:creationId xmlns:p14="http://schemas.microsoft.com/office/powerpoint/2010/main" val="19309068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A1D68-22E7-432D-A712-0E642CF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02 / 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4B5C-5C50-4BAC-8EF4-AAE085F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7C318-9F37-428D-9EF7-5324B20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Flash 与 Pro，怎样选？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24EB8-BFC6-475B-BF6C-3A477B89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先做简单、可检查的改动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4ABD9-8CB8-4A1A-8692-0F21DBF7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95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用当前可用的Flash起步，确认输入与运行路径。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09BDE-77F4-4F97-824A-D78B4206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遇到复杂问题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A3749-C1CD-425A-AB51-451CD20A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先给报错与约束、缩小任务，再比较是否换模型。</a:t>
            </a:r>
          </a:p>
        </p:txBody>
      </p:sp>
    </p:spTree>
    <p:extLst>
      <p:ext uri="{BB962C8B-B14F-4D97-AF65-F5344CB8AC3E}">
        <p14:creationId xmlns:p14="http://schemas.microsoft.com/office/powerpoint/2010/main" val="18500588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87E38-9F80-44D4-927A-45CC88B5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02 / 搭建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28058-963E-4DAF-8490-9B90286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D3264-BD97-4645-9663-F181127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灰盒里先看见什么？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D157-BE1C-4713-8BA5-BE64BCBFC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53016225743c5"/>
          <a:stretch xmlns:a="http://schemas.openxmlformats.org/drawingml/2006/main"/>
        </p:blipFill>
        <p:spPr>
          <a:xfrm xmlns:a="http://schemas.openxmlformats.org/drawingml/2006/main">
            <a:off x="1833983" y="1809750"/>
            <a:ext cx="8524034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E05D8-F0B7-4CDA-81EB-3E008AC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一块屏幕，一个人物，两个观看位置。</a:t>
            </a:r>
          </a:p>
        </p:txBody>
      </p:sp>
    </p:spTree>
    <p:extLst>
      <p:ext uri="{BB962C8B-B14F-4D97-AF65-F5344CB8AC3E}">
        <p14:creationId xmlns:p14="http://schemas.microsoft.com/office/powerpoint/2010/main" val="18081666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4CE5A-7631-4D80-9123-2E88AEC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21039-B35F-454D-AFD2-283E3FBB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A9959-255F-4610-BF6F-4740F15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动态画面如何进入空间？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03318-9156-402A-9787-EBB041CF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画面来源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766DA-6259-4679-B598-D515E1C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视频、程序画布、摄像头、共享窗口。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E4575-0466-40C3-AE99-4910BFD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对应关系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B33E1-A63C-4969-AA4B-686740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纹理通过UV等坐标，对应到表面。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D391-38A7-4360-A017-B1F5D05E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观看结果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F2078-3575-4930-B363-42610CE1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同一帧进入不同形状，从不同位置观看。</a:t>
            </a:r>
          </a:p>
        </p:txBody>
      </p:sp>
    </p:spTree>
    <p:extLst>
      <p:ext uri="{BB962C8B-B14F-4D97-AF65-F5344CB8AC3E}">
        <p14:creationId xmlns:p14="http://schemas.microsoft.com/office/powerpoint/2010/main" val="1793687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9D43A-93B9-4146-8195-C478F13B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8FF79-8382-4FDD-8C10-F2CAAF4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267D5-24DA-4967-84AD-7B782C5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一张画面，还是每屏各一张？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08E32-3D70-4592-9972-A96D1F4C2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f055d7a94a84"/>
          <a:stretch xmlns:a="http://schemas.openxmlformats.org/drawingml/2006/main"/>
        </p:blipFill>
        <p:spPr>
          <a:xfrm xmlns:a="http://schemas.openxmlformats.org/drawingml/2006/main">
            <a:off x="2007353" y="1809750"/>
            <a:ext cx="8177293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9EC11-E90F-4A5C-9BAE-B0F6956C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先预测转角处的动作，再切换分配方式。</a:t>
            </a:r>
          </a:p>
        </p:txBody>
      </p:sp>
    </p:spTree>
    <p:extLst>
      <p:ext uri="{BB962C8B-B14F-4D97-AF65-F5344CB8AC3E}">
        <p14:creationId xmlns:p14="http://schemas.microsoft.com/office/powerpoint/2010/main" val="13640127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E985D-C5CE-4FBD-9A6D-864315B4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1BF7-C87A-4B67-ACD1-44A11C1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5749D-2797-407A-9E1A-38BEE2F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宽画布进入弧形环幕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4A73-F0D4-4490-B3EE-B37AE6D5F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cd9253ac744c6"/>
          <a:stretch xmlns:a="http://schemas.openxmlformats.org/drawingml/2006/main"/>
        </p:blipFill>
        <p:spPr>
          <a:xfrm xmlns:a="http://schemas.openxmlformats.org/drawingml/2006/main">
            <a:off x="2007353" y="1809750"/>
            <a:ext cx="8177293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1AF23-376B-462F-93E2-B17BCC9C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屏幕怎样展开？观众站在哪里？</a:t>
            </a:r>
          </a:p>
        </p:txBody>
      </p:sp>
    </p:spTree>
    <p:extLst>
      <p:ext uri="{BB962C8B-B14F-4D97-AF65-F5344CB8AC3E}">
        <p14:creationId xmlns:p14="http://schemas.microsoft.com/office/powerpoint/2010/main" val="1222984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7EA4C-370A-41B0-8C54-5FEC0DD2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D80A-AE31-4A31-8964-F89F151C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06BA3-BA84-46A6-939B-246C1D31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“全景”先说清楚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ACFCD-04C1-46A3-894B-135C588EEDDA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143250"/>
                <a:gridCol w="54483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F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64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F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指的是什么</a:t>
                      </a:r>
                    </a:p>
                  </a:txBody>
                  <a:tcPr marL="91440" marR="91440" marT="45720" marB="45720">
                    <a:solidFill>
                      <a:srgbClr val="164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5F5F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先检查</a:t>
                      </a:r>
                    </a:p>
                  </a:txBody>
                  <a:tcPr marL="91440" marR="91440" marT="45720" marB="45720">
                    <a:solidFill>
                      <a:srgbClr val="164BE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超宽画布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内容长宽比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看屏幕展开和重要信息区域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180°环幕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三维表面形状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看机位、弧度和边界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360°经纬媒体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球面方向的二维编码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191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常见2:1经纬展开，需相应采样</a:t>
                      </a:r>
                    </a:p>
                  </a:txBody>
                  <a:tcPr marL="91440" marR="91440" marT="45720" marB="45720">
                    <a:solidFill>
                      <a:srgbClr val="F2F1E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4439B-3A8A-4EA7-92D3-48264E8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三种不同的问题</a:t>
            </a:r>
          </a:p>
        </p:txBody>
      </p:sp>
    </p:spTree>
    <p:extLst>
      <p:ext uri="{BB962C8B-B14F-4D97-AF65-F5344CB8AC3E}">
        <p14:creationId xmlns:p14="http://schemas.microsoft.com/office/powerpoint/2010/main" val="13159612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D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E6FC9-7FBF-4A68-BF2A-4DBACD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A4B5D0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484B6-4825-4E9F-895A-FA819C3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9BB9B-D0B5-4B80-A9F6-43D72494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实时内容也可以成为纹理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484D-4F20-4F0B-8019-96E3F2062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bf66e4e6b42fc"/>
          <a:stretch xmlns:a="http://schemas.openxmlformats.org/drawingml/2006/main"/>
        </p:blipFill>
        <p:spPr>
          <a:xfrm xmlns:a="http://schemas.openxmlformats.org/drawingml/2006/main">
            <a:off x="2007353" y="1809750"/>
            <a:ext cx="8177293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9CD57-C90F-478A-A471-E0083DC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把正在运行的网页或程序窗口放进舞台。</a:t>
            </a:r>
          </a:p>
        </p:txBody>
      </p:sp>
    </p:spTree>
    <p:extLst>
      <p:ext uri="{BB962C8B-B14F-4D97-AF65-F5344CB8AC3E}">
        <p14:creationId xmlns:p14="http://schemas.microsoft.com/office/powerpoint/2010/main" val="13809722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7251C-FCD5-47AD-8289-E0CEA032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03 / 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B3B8-1B80-4529-8DED-02C433DF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E7E8C-CD2B-4560-9E10-97ED2AC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预演与输出校准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283B1-432C-4055-ADBA-CC018409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虚拟空间预演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6925D-517F-45B0-9690-8F7F702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95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看内容、人物与空间的关系。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B75E0-6612-4D11-AAFE-C2527C8E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实际输出校准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E90C0-10E0-4A18-8898-232B2B31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让画面对齐实际表面。</a:t>
            </a:r>
          </a:p>
          <a:p xmlns:a="http://schemas.openxmlformats.org/drawingml/2006/main">
            <a:pPr>
              <a:def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还需现场设备检查。</a:t>
            </a:r>
          </a:p>
        </p:txBody>
      </p:sp>
    </p:spTree>
    <p:extLst>
      <p:ext uri="{BB962C8B-B14F-4D97-AF65-F5344CB8AC3E}">
        <p14:creationId xmlns:p14="http://schemas.microsoft.com/office/powerpoint/2010/main" val="17769208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64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5DEC7-37B6-4E90-916B-5ECCCC7E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04 / 制作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93456-588E-4ABD-A16A-1218CACF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9E999-C7F6-4DE2-B00D-F3A1AC8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你的第一版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77373-6445-400A-9AD9-139F6B3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选一个想法，做出能运行的舞台。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C9BEC-DBEA-4C46-9A26-60A8237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放入自己的内容，或从测试图案开始。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23EDF-01CF-4C17-BF8A-728F227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安排几个播放状态，连续看一轮。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C099E-0403-4F28-88CF-1D338A92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保存V1，留下一个待验证的问题。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6894E-8323-42B3-A917-5B60EC14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rPr>
              <a:t>14:40–15:30 / 中间安排5分钟休息</a:t>
            </a:r>
          </a:p>
        </p:txBody>
      </p:sp>
    </p:spTree>
    <p:extLst>
      <p:ext uri="{BB962C8B-B14F-4D97-AF65-F5344CB8AC3E}">
        <p14:creationId xmlns:p14="http://schemas.microsoft.com/office/powerpoint/2010/main" val="9280271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F9BAC-1EEF-4BFB-AA33-B470F2C4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04 / 制作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A8700-BFD4-40C0-8615-B2A530E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074BE-7CBE-41FE-9805-86112D16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先让它运行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D8EC5-DB3E-402B-97D6-83DD43E3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精细可以晚一点。</a:t>
            </a:r>
          </a:p>
          <a:p xmlns:a="http://schemas.openxmlformats.org/drawingml/2006/main">
            <a:pPr>
              <a:def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你要先知道，哪些关系值得继续。</a:t>
            </a:r>
          </a:p>
        </p:txBody>
      </p:sp>
    </p:spTree>
    <p:extLst>
      <p:ext uri="{BB962C8B-B14F-4D97-AF65-F5344CB8AC3E}">
        <p14:creationId xmlns:p14="http://schemas.microsoft.com/office/powerpoint/2010/main" val="20029335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64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54E90-12E3-4F7A-8027-A86CA69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05 / 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D711-6509-48BE-9356-BF749EA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D5CDB-9E94-4D90-82D3-EBD99E07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完整观看，暂时不改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5184B-51D3-4A31-A02F-6E9F2744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选定一个机位，完整看一轮。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CEF5B-AED1-4407-8689-E0BD3A3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换到另一个位置，再看一次。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FCE22-60EE-40C5-B9A3-0B415079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记下：何时、何处、看到了什么。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7DF5F-DE50-4742-B08E-CCEC9D88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rPr>
              <a:t>20分钟 / 保留完整观看</a:t>
            </a:r>
          </a:p>
        </p:txBody>
      </p:sp>
    </p:spTree>
    <p:extLst>
      <p:ext uri="{BB962C8B-B14F-4D97-AF65-F5344CB8AC3E}">
        <p14:creationId xmlns:p14="http://schemas.microsoft.com/office/powerpoint/2010/main" val="21023414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B9548-0861-4103-8B78-C7FB56A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05 / 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C3ED-14EF-4C3D-B58E-CADF49C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6B92C-C85C-4C27-B47B-7C0E363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把感受说到具体位置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57E85-5D42-40BB-A226-0AFB353B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“这里不够有冲击力。”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BF609-2D68-4A57-91A9-B7C7B67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可以继续问：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733B9-2CC2-4880-8FCC-B7220ED8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哪个时刻？哪个位置？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36FD8-753F-45B6-B8B6-B6191F1F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你希望观众注意什么？</a:t>
            </a:r>
          </a:p>
        </p:txBody>
      </p:sp>
    </p:spTree>
    <p:extLst>
      <p:ext uri="{BB962C8B-B14F-4D97-AF65-F5344CB8AC3E}">
        <p14:creationId xmlns:p14="http://schemas.microsoft.com/office/powerpoint/2010/main" val="4627968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64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8BB67-17D6-4869-AD43-17E98E4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05 / 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B48F6-10BB-4F77-A434-B722824C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5445-035E-41E8-AA3A-C19948FF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第二版，只改关键处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5A5B1-6B0A-4AC0-99D1-7448D154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保留第一版。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DBAF6-A0BB-4EF8-9BDC-424F521F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选一个值得解决的问题。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DC328-CCFA-43C7-9C50-BCE0C20F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改一至三个相关变量。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14911-EFB2-4C59-81CC-71E837E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F5F5F0"/>
                </a:solidFill>
                <a:latin typeface="Hiragino Sans GB"/>
                <a:ea typeface="Hiragino Sans GB"/>
                <a:cs typeface="Hiragino Sans GB"/>
              </a:rPr>
              <a:t>用原来的机位与片段，再看一轮。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F1EC-A44E-44CC-96B9-1C57FBA4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D0DCFF"/>
                </a:solidFill>
                <a:latin typeface="Hiragino Sans GB"/>
                <a:ea typeface="Hiragino Sans GB"/>
                <a:cs typeface="Hiragino Sans GB"/>
              </a:rPr>
              <a:t>30分钟 / 修改、复查、留存</a:t>
            </a:r>
          </a:p>
        </p:txBody>
      </p:sp>
    </p:spTree>
    <p:extLst>
      <p:ext uri="{BB962C8B-B14F-4D97-AF65-F5344CB8AC3E}">
        <p14:creationId xmlns:p14="http://schemas.microsoft.com/office/powerpoint/2010/main" val="5654160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F3215-E668-4922-A9EE-316F0A0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06 /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50AA0-6181-43AB-8A88-B5A7600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39270-CE0D-463D-9FD2-E291B03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回到 Blender，看同一个关系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B66AD-D7CE-4FA3-81B5-58B61F88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网页先把想法跑起来。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5CF43-477F-46D0-9426-14C1A0FE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打开 Blender：看屏幕、UV 和观看位置。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FB040-81C0-4EF3-B305-A957BE2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需要细做的地方，回到熟悉的工具。</a:t>
            </a:r>
          </a:p>
        </p:txBody>
      </p:sp>
    </p:spTree>
    <p:extLst>
      <p:ext uri="{BB962C8B-B14F-4D97-AF65-F5344CB8AC3E}">
        <p14:creationId xmlns:p14="http://schemas.microsoft.com/office/powerpoint/2010/main" val="18206627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BB0D6-CF16-4EC6-9A1D-3AC78371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06 /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2B110-F7F5-4530-B13C-7F8FEB5C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FCEDD-59B6-4D48-8CDC-2285396C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每人，展示一个发现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89269-909C-4BE9-BE39-DA855D1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我原来想让观众看到什么。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7801C-AE9A-4E69-A8CC-DC75391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第一版让我发现了什么。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3CBCE-CF8B-49C6-BA37-A678D50B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我改了什么，准备怎样继续。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4672F-61E7-4BDD-96FD-98242E0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每人30秒 / 约7分钟，全员可见</a:t>
            </a:r>
          </a:p>
        </p:txBody>
      </p:sp>
    </p:spTree>
    <p:extLst>
      <p:ext uri="{BB962C8B-B14F-4D97-AF65-F5344CB8AC3E}">
        <p14:creationId xmlns:p14="http://schemas.microsoft.com/office/powerpoint/2010/main" val="1652235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6337-6F7C-4D2A-877C-AE0E7276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06 / 分享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731CF-3FEE-492D-8635-A596DFB3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9F872-3733-4A08-85F1-2BDB107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把你的舞台，留在这张网络里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DD0E-63A8-4E41-BF4C-818C41E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给自己的屏幕组合起一个名字。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48E0-3FC5-43EE-BFFD-629E99F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保留尺寸、位置、朝向和内容对应关系。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F806-0AE5-4EB3-82D7-3C0668E6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后续一起整理真实屏幕规格与场景。</a:t>
            </a:r>
          </a:p>
        </p:txBody>
      </p:sp>
    </p:spTree>
    <p:extLst>
      <p:ext uri="{BB962C8B-B14F-4D97-AF65-F5344CB8AC3E}">
        <p14:creationId xmlns:p14="http://schemas.microsoft.com/office/powerpoint/2010/main" val="1876626196"/>
      </p:ext>
    </p:extLst>
  </p:cSld>
</p:sld>
</file>

<file path=ppt/slides/slide2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C3FB9-36F7-4EF2-B982-B57CA11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附录 / 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46E0F-2AA5-498E-9D9E-D472A1D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46323-E0C1-4A5F-96C5-6ED449F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附录 / 一份完整委托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2C8A1-5B65-4030-A2C0-DB6D82E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这是我的工程和参考图。请先读已有文件。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EBE0C-B487-4D19-A388-47C858A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用基础平面、方块、1.7m人物建立舞台，单位米。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4F1CF-2D33-4C69-938A-A10A9CA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保留两个观看位置，用测试图案先跑通。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1526-9DCB-4B09-9342-30DC79D3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这次只调整顶屏高度和方向，不添加复杂灯光。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73CEA-BE57-48F4-9ADD-BE7EB6A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列出修改文件，保留原版；完成后启动预览。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04002-9875-4A68-AB56-8586C6E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如果失败，报告具体报错和最小修复方案。</a:t>
            </a:r>
          </a:p>
        </p:txBody>
      </p:sp>
    </p:spTree>
    <p:extLst>
      <p:ext uri="{BB962C8B-B14F-4D97-AF65-F5344CB8AC3E}">
        <p14:creationId xmlns:p14="http://schemas.microsoft.com/office/powerpoint/2010/main" val="152587230"/>
      </p:ext>
    </p:extLst>
  </p:cSld>
</p:sld>
</file>

<file path=ppt/slides/slide3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B1D09-858F-4570-A507-92CB2250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附录 / 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186EB-13E8-4A24-84E3-E67ADEA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FA009-04A9-4C75-B752-5155DD59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附录 / 音乐进入空间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27FA5-2A37-403C-BADC-473D296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先选一个短段落。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A970E-54C6-46F8-9654-FC115AAA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标出你关心的节拍、变化或呼吸。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251E5-6C84-4E0A-AC6A-310495C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让一个视觉变量回应它，再看是否有意义。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00ACE-C7AE-44AD-93D3-1E70025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音频响应、生成式AI和实时传输各有不同作用。</a:t>
            </a:r>
          </a:p>
        </p:txBody>
      </p:sp>
    </p:spTree>
    <p:extLst>
      <p:ext uri="{BB962C8B-B14F-4D97-AF65-F5344CB8AC3E}">
        <p14:creationId xmlns:p14="http://schemas.microsoft.com/office/powerpoint/2010/main" val="1964204326"/>
      </p:ext>
    </p:extLst>
  </p:cSld>
</p:sld>
</file>

<file path=ppt/slides/slide3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A2BA7-1178-44A8-A8C9-569104B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附录 / 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A9E10-BC4C-4824-8749-9EE3801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F1D1D-ABF1-4471-B394-BBB0490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附录 / 今天的能力边界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BDB6-4FC9-4C30-A4FA-85E1F9F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能看：比例、方向、分配、部分遮挡与时间组织。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49578-788F-4610-85FA-A61DF53A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需另测：现场亮度、实际投影、网络、设备延迟。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D4CF1-EADB-4235-AADE-6EF683E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需继续制作：精细CG、复杂曲面、多机融合与演出控制。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52D0A-CEB2-4DD5-890A-67052E2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网页发布与作品完成，各自需要检查。</a:t>
            </a:r>
          </a:p>
        </p:txBody>
      </p:sp>
    </p:spTree>
    <p:extLst>
      <p:ext uri="{BB962C8B-B14F-4D97-AF65-F5344CB8AC3E}">
        <p14:creationId xmlns:p14="http://schemas.microsoft.com/office/powerpoint/2010/main" val="1579441475"/>
      </p:ext>
    </p:extLst>
  </p:cSld>
</p:sld>
</file>

<file path=ppt/slides/slide3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229DC-C6E7-4853-860F-FD46A663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附录 / 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1C785-38D1-4268-B59C-43BB2BF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03EE7-009B-4F25-8C4D-2F452CD4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附录 / 卡住时的顺序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DBCE3-2BDD-4D67-84B6-A6D5E3AD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灰盒失败：打开统一成品，先继续观察。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1948B-5110-4679-A697-02527C21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模型失败：保存报错，缩小改动，保留可运行版。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A9B97-8A23-4BAC-9761-1260782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视频失败：换短H.264 MP4，或回测试图案。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1F5D5-F81C-44AF-8625-B417A26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实时输入失败：停止并释放，改用本地文件。</a:t>
            </a:r>
          </a:p>
        </p:txBody>
      </p:sp>
    </p:spTree>
    <p:extLst>
      <p:ext uri="{BB962C8B-B14F-4D97-AF65-F5344CB8AC3E}">
        <p14:creationId xmlns:p14="http://schemas.microsoft.com/office/powerpoint/2010/main" val="1641636501"/>
      </p:ext>
    </p:extLst>
  </p:cSld>
</p:sld>
</file>

<file path=ppt/slides/slide3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2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175A9-709D-4FDB-9CB6-E420ED0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附录 / 回看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818DE-2545-4FFC-89B8-1837C4F7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4E4D0-C488-4D31-B3ED-5C7D5D13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案例与延伸阅读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1C700-013B-42F7-B699-356BF77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4BEB"/>
                </a:solidFill>
                <a:latin typeface="Hiragino Sans GB"/>
                <a:ea typeface="Hiragino Sans GB"/>
                <a:cs typeface="Hiragino Sans GB"/>
              </a:rPr>
              <a:t>钱誉文：ENTROPY、TIMER与《从Prompt到Skill》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170C4-8616-44F6-B15F-43109D7D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真鍋大度：AI制作环境与人的体验，2026.08.31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3ED28-82C8-43DE-A891-0B44BC3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Zach Lieberman：十年每日草图，2026.01.02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19636-9CBD-4073-9FA1-ED6C5EB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Three.js / Unity：动态纹理与表面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8DEE5-2806-4707-AD84-1799B418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1057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6191E"/>
                </a:solidFill>
                <a:latin typeface="Hiragino Sans GB"/>
                <a:ea typeface="Hiragino Sans GB"/>
                <a:cs typeface="Hiragino Sans GB"/>
              </a:rPr>
              <a:t>详细链接、图片署名和工程指南随课堂包提供。</a:t>
            </a:r>
          </a:p>
        </p:txBody>
      </p:sp>
    </p:spTree>
    <p:extLst>
      <p:ext uri="{BB962C8B-B14F-4D97-AF65-F5344CB8AC3E}">
        <p14:creationId xmlns:p14="http://schemas.microsoft.com/office/powerpoint/2010/main" val="235373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2026-10-31T02:42:28.5210000Z</dcterms:created>
  <dcterms:modified xsi:type="dcterms:W3CDTF">2026-10-31T02:42:28.5210000Z</dcterms:modified>
</coreProperties>
</file>